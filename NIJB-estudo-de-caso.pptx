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Decoração"/>
          <p:cNvSpPr/>
          <p:nvPr/>
        </p:nvSpPr>
        <p:spPr>
          <a:xfrm>
            <a:off x="7863840" y="-1097280"/>
            <a:ext cx="5852160" cy="5852160"/>
          </a:xfrm>
          <a:prstGeom prst="ellipse">
            <a:avLst/>
          </a:prstGeom>
          <a:solidFill>
            <a:srgbClr val="F2A9C4">
              <a:alpha val="4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Decoração"/>
          <p:cNvSpPr/>
          <p:nvPr/>
        </p:nvSpPr>
        <p:spPr>
          <a:xfrm>
            <a:off x="9418320" y="3474720"/>
            <a:ext cx="4206240" cy="4206240"/>
          </a:xfrm>
          <a:prstGeom prst="ellipse">
            <a:avLst/>
          </a:prstGeom>
          <a:solidFill>
            <a:srgbClr val="D9CFF0">
              <a:alpha val="40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9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ESTUDO DE CASO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Ifs, Just Good Butts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C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app de fitness privada para mulheres: treino, alimentação, medidas e progresso num só sítio.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[O teu nome] · Design de produto e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resumo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Criei esta app a partir das minhas próprias necessidades, sem experiência prévia em programação e com o apoio do Claude Code. Quero que o ginásio deixe de parecer um bicho de 7 cabeças.</a:t>
            </a:r>
            <a:endParaRPr lang="en-US" sz="1800" dirty="0"/>
          </a:p>
        </p:txBody>
      </p:sp>
      <p:sp>
        <p:nvSpPr>
          <p:cNvPr id="7" name="Estatística"/>
          <p:cNvSpPr/>
          <p:nvPr/>
        </p:nvSpPr>
        <p:spPr>
          <a:xfrm>
            <a:off x="640080" y="292608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utilizadoras</a:t>
            </a:r>
            <a:endParaRPr lang="en-US" sz="1600" dirty="0"/>
          </a:p>
        </p:txBody>
      </p:sp>
      <p:sp>
        <p:nvSpPr>
          <p:cNvPr id="10" name="Estatística"/>
          <p:cNvSpPr/>
          <p:nvPr/>
        </p:nvSpPr>
        <p:spPr>
          <a:xfrm>
            <a:off x="3383280" y="292608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8328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25–65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anos de idade</a:t>
            </a:r>
            <a:endParaRPr lang="en-US" sz="1600" dirty="0"/>
          </a:p>
        </p:txBody>
      </p:sp>
      <p:sp>
        <p:nvSpPr>
          <p:cNvPr id="13" name="Estatística"/>
          <p:cNvSpPr/>
          <p:nvPr/>
        </p:nvSpPr>
        <p:spPr>
          <a:xfrm>
            <a:off x="6126480" y="292608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2648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abas na app</a:t>
            </a:r>
            <a:endParaRPr lang="en-US" sz="1600" dirty="0"/>
          </a:p>
        </p:txBody>
      </p:sp>
      <p:sp>
        <p:nvSpPr>
          <p:cNvPr id="16" name="Estatística"/>
          <p:cNvSpPr/>
          <p:nvPr/>
        </p:nvSpPr>
        <p:spPr>
          <a:xfrm>
            <a:off x="8869680" y="292608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86968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por convite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qualitativos iniciais, não um estudo formal.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Dificuldade"/>
          <p:cNvSpPr/>
          <p:nvPr/>
        </p:nvSpPr>
        <p:spPr>
          <a:xfrm>
            <a:off x="640080" y="1463040"/>
            <a:ext cx="3383280" cy="1463040"/>
          </a:xfrm>
          <a:prstGeom prst="roundRect">
            <a:avLst>
              <a:gd name="adj" fmla="val 12500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7" name="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600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saber que exercícios fazer, nem em que ordem</a:t>
            </a:r>
            <a:endParaRPr lang="en-US" sz="1400" dirty="0"/>
          </a:p>
        </p:txBody>
      </p:sp>
      <p:sp>
        <p:nvSpPr>
          <p:cNvPr id="10" name="Dificuldade"/>
          <p:cNvSpPr/>
          <p:nvPr/>
        </p:nvSpPr>
        <p:spPr>
          <a:xfrm>
            <a:off x="4297680" y="1463040"/>
            <a:ext cx="3383280" cy="1463040"/>
          </a:xfrm>
          <a:prstGeom prst="roundRect">
            <a:avLst>
              <a:gd name="adj" fmla="val 125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1" name="Círculo"/>
          <p:cNvSpPr/>
          <p:nvPr/>
        </p:nvSpPr>
        <p:spPr>
          <a:xfrm>
            <a:off x="4480560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00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recordar cargas, séries e repetições</a:t>
            </a:r>
            <a:endParaRPr lang="en-US" sz="1400" dirty="0"/>
          </a:p>
        </p:txBody>
      </p:sp>
      <p:sp>
        <p:nvSpPr>
          <p:cNvPr id="14" name="Dificuldade"/>
          <p:cNvSpPr/>
          <p:nvPr/>
        </p:nvSpPr>
        <p:spPr>
          <a:xfrm>
            <a:off x="7955280" y="1463040"/>
            <a:ext cx="3383280" cy="1463040"/>
          </a:xfrm>
          <a:prstGeom prst="roundRect">
            <a:avLst>
              <a:gd name="adj" fmla="val 12500"/>
            </a:avLst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5" name="Círculo"/>
          <p:cNvSpPr/>
          <p:nvPr/>
        </p:nvSpPr>
        <p:spPr>
          <a:xfrm>
            <a:off x="8138160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600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Perder tempo a decidir durante o treino</a:t>
            </a:r>
            <a:endParaRPr lang="en-US" sz="1400" dirty="0"/>
          </a:p>
        </p:txBody>
      </p:sp>
      <p:sp>
        <p:nvSpPr>
          <p:cNvPr id="18" name="Dificuldade"/>
          <p:cNvSpPr/>
          <p:nvPr/>
        </p:nvSpPr>
        <p:spPr>
          <a:xfrm>
            <a:off x="640080" y="3154680"/>
            <a:ext cx="3383280" cy="1463040"/>
          </a:xfrm>
          <a:prstGeom prst="roundRect">
            <a:avLst>
              <a:gd name="adj" fmla="val 12500"/>
            </a:avLst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9" name="Círculo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Dificuldade em acompanhar a evolução</a:t>
            </a:r>
            <a:endParaRPr lang="en-US" sz="1400" dirty="0"/>
          </a:p>
        </p:txBody>
      </p:sp>
      <p:sp>
        <p:nvSpPr>
          <p:cNvPr id="22" name="Dificuldade"/>
          <p:cNvSpPr/>
          <p:nvPr/>
        </p:nvSpPr>
        <p:spPr>
          <a:xfrm>
            <a:off x="4297680" y="3154680"/>
            <a:ext cx="3383280" cy="1463040"/>
          </a:xfrm>
          <a:prstGeom prst="roundRect">
            <a:avLst>
              <a:gd name="adj" fmla="val 125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3" name="Círculo"/>
          <p:cNvSpPr/>
          <p:nvPr/>
        </p:nvSpPr>
        <p:spPr>
          <a:xfrm>
            <a:off x="4480560" y="35661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Treino, alimentação e medidas em sítios diferentes</a:t>
            </a:r>
            <a:endParaRPr lang="en-US" sz="1400" dirty="0"/>
          </a:p>
        </p:txBody>
      </p:sp>
      <p:sp>
        <p:nvSpPr>
          <p:cNvPr id="26" name="Dificuldade"/>
          <p:cNvSpPr/>
          <p:nvPr/>
        </p:nvSpPr>
        <p:spPr>
          <a:xfrm>
            <a:off x="7955280" y="3154680"/>
            <a:ext cx="3383280" cy="1463040"/>
          </a:xfrm>
          <a:prstGeom prst="roundRect">
            <a:avLst>
              <a:gd name="adj" fmla="val 12500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7" name="Círculo"/>
          <p:cNvSpPr/>
          <p:nvPr/>
        </p:nvSpPr>
        <p:spPr>
          <a:xfrm>
            <a:off x="8138160" y="35661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381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motivação e de um objetivo claro</a:t>
            </a:r>
            <a:endParaRPr lang="en-US" sz="1400" dirty="0"/>
          </a:p>
        </p:txBody>
      </p:sp>
      <p:sp>
        <p:nvSpPr>
          <p:cNvPr id="30" name="Pergunta central"/>
          <p:cNvSpPr/>
          <p:nvPr/>
        </p:nvSpPr>
        <p:spPr>
          <a:xfrm>
            <a:off x="640080" y="5029200"/>
            <a:ext cx="10698480" cy="1097280"/>
          </a:xfrm>
          <a:prstGeom prst="roundRect">
            <a:avLst>
              <a:gd name="adj" fmla="val 16667"/>
            </a:avLst>
          </a:prstGeom>
          <a:solidFill>
            <a:srgbClr val="3D1F4A"/>
          </a:solidFill>
          <a:ln w="12700">
            <a:solidFill>
              <a:srgbClr val="3D1F4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14400" y="51206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tornar o ginásio mais simples e motivador para as mulheres, juntando planeamento, registo e progresso numa app intuitiva e bonita?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solução: 5 abas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Aba"/>
          <p:cNvSpPr/>
          <p:nvPr/>
        </p:nvSpPr>
        <p:spPr>
          <a:xfrm>
            <a:off x="457200" y="1554480"/>
            <a:ext cx="2103120" cy="4206240"/>
          </a:xfrm>
          <a:prstGeom prst="roundRect">
            <a:avLst>
              <a:gd name="adj" fmla="val 8696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7" name="Círculo"/>
          <p:cNvSpPr/>
          <p:nvPr/>
        </p:nvSpPr>
        <p:spPr>
          <a:xfrm>
            <a:off x="118872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Exercícios por grupo muscular, cardio e desportos. Séries, cargas e temporizador de descanso.</a:t>
            </a:r>
            <a:endParaRPr lang="en-US" sz="1200" dirty="0"/>
          </a:p>
        </p:txBody>
      </p:sp>
      <p:sp>
        <p:nvSpPr>
          <p:cNvPr id="11" name="Aba"/>
          <p:cNvSpPr/>
          <p:nvPr/>
        </p:nvSpPr>
        <p:spPr>
          <a:xfrm>
            <a:off x="2743200" y="1554480"/>
            <a:ext cx="2103120" cy="4206240"/>
          </a:xfrm>
          <a:prstGeom prst="roundRect">
            <a:avLst>
              <a:gd name="adj" fmla="val 8696"/>
            </a:avLst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2" name="Círculo"/>
          <p:cNvSpPr/>
          <p:nvPr/>
        </p:nvSpPr>
        <p:spPr>
          <a:xfrm>
            <a:off x="347472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15468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Refeições consoante a altura do dia e o objetivo. Água e proteína recomendadas.</a:t>
            </a:r>
            <a:endParaRPr lang="en-US" sz="1200" dirty="0"/>
          </a:p>
        </p:txBody>
      </p:sp>
      <p:sp>
        <p:nvSpPr>
          <p:cNvPr id="16" name="Aba"/>
          <p:cNvSpPr/>
          <p:nvPr/>
        </p:nvSpPr>
        <p:spPr>
          <a:xfrm>
            <a:off x="5029200" y="1554480"/>
            <a:ext cx="2103120" cy="4206240"/>
          </a:xfrm>
          <a:prstGeom prst="roundRect">
            <a:avLst>
              <a:gd name="adj" fmla="val 8696"/>
            </a:avLst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7" name="Círculo"/>
          <p:cNvSpPr/>
          <p:nvPr/>
        </p:nvSpPr>
        <p:spPr>
          <a:xfrm>
            <a:off x="576072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Medições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15468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Peso, IMC, gordura, músculo e mais, com gráficos e explicações simples.</a:t>
            </a:r>
            <a:endParaRPr lang="en-US" sz="1200" dirty="0"/>
          </a:p>
        </p:txBody>
      </p:sp>
      <p:sp>
        <p:nvSpPr>
          <p:cNvPr id="21" name="Aba"/>
          <p:cNvSpPr/>
          <p:nvPr/>
        </p:nvSpPr>
        <p:spPr>
          <a:xfrm>
            <a:off x="7315200" y="1554480"/>
            <a:ext cx="2103120" cy="4206240"/>
          </a:xfrm>
          <a:prstGeom prst="roundRect">
            <a:avLst>
              <a:gd name="adj" fmla="val 8696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2" name="Círculo"/>
          <p:cNvSpPr/>
          <p:nvPr/>
        </p:nvSpPr>
        <p:spPr>
          <a:xfrm>
            <a:off x="804672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15468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 mensal, calendário, melhores cargas, donut por parte do corpo e ciclo menstrual.</a:t>
            </a:r>
            <a:endParaRPr lang="en-US" sz="1200" dirty="0"/>
          </a:p>
        </p:txBody>
      </p:sp>
      <p:sp>
        <p:nvSpPr>
          <p:cNvPr id="26" name="Aba"/>
          <p:cNvSpPr/>
          <p:nvPr/>
        </p:nvSpPr>
        <p:spPr>
          <a:xfrm>
            <a:off x="9601200" y="1554480"/>
            <a:ext cx="2103120" cy="4206240"/>
          </a:xfrm>
          <a:prstGeom prst="roundRect">
            <a:avLst>
              <a:gd name="adj" fmla="val 8696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7" name="Círculo"/>
          <p:cNvSpPr/>
          <p:nvPr/>
        </p:nvSpPr>
        <p:spPr>
          <a:xfrm>
            <a:off x="1033272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315468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pessoais, objetivo e informação opcional sobre o ciclo.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app em ecrãs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Moldura de telemóvel"/>
          <p:cNvSpPr/>
          <p:nvPr/>
        </p:nvSpPr>
        <p:spPr>
          <a:xfrm>
            <a:off x="1463040" y="1371600"/>
            <a:ext cx="2560320" cy="46634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1750">
            <a:solidFill>
              <a:srgbClr val="F2A9C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 aqui a captura de ecrã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6053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1200" dirty="0"/>
          </a:p>
        </p:txBody>
      </p:sp>
      <p:sp>
        <p:nvSpPr>
          <p:cNvPr id="9" name="Moldura de telemóvel"/>
          <p:cNvSpPr/>
          <p:nvPr/>
        </p:nvSpPr>
        <p:spPr>
          <a:xfrm>
            <a:off x="5029200" y="1371600"/>
            <a:ext cx="2560320" cy="46634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1750">
            <a:solidFill>
              <a:srgbClr val="F2A9C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21208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 aqui a captura de ecrã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6053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</a:t>
            </a:r>
            <a:endParaRPr lang="en-US" sz="1200" dirty="0"/>
          </a:p>
        </p:txBody>
      </p:sp>
      <p:sp>
        <p:nvSpPr>
          <p:cNvPr id="12" name="Moldura de telemóvel"/>
          <p:cNvSpPr/>
          <p:nvPr/>
        </p:nvSpPr>
        <p:spPr>
          <a:xfrm>
            <a:off x="8595360" y="1371600"/>
            <a:ext cx="2560320" cy="46634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1750">
            <a:solidFill>
              <a:srgbClr val="F2A9C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77824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 aqui a captura de ecrã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6053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 e ciclo menstrual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Progresso"/>
          <p:cNvSpPr/>
          <p:nvPr/>
        </p:nvSpPr>
        <p:spPr>
          <a:xfrm>
            <a:off x="640080" y="1463040"/>
            <a:ext cx="5120640" cy="4389120"/>
          </a:xfrm>
          <a:prstGeom prst="roundRect">
            <a:avLst>
              <a:gd name="adj" fmla="val 4167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 que motiva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 mensal de dias de treino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Calendário dos dias treinados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Melhores cargas de cada exercício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Donut com a % de exercícios por parte do corpo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Mensagens motivacionais</a:t>
            </a:r>
            <a:endParaRPr lang="en-US" sz="1500" dirty="0"/>
          </a:p>
        </p:txBody>
      </p:sp>
      <p:sp>
        <p:nvSpPr>
          <p:cNvPr id="9" name="Ciclo"/>
          <p:cNvSpPr/>
          <p:nvPr/>
        </p:nvSpPr>
        <p:spPr>
          <a:xfrm>
            <a:off x="6126480" y="1463040"/>
            <a:ext cx="5394960" cy="4389120"/>
          </a:xfrm>
          <a:prstGeom prst="roundRect">
            <a:avLst>
              <a:gd name="adj" fmla="val 4167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 (opcional)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86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a fase estimada e o que esperar de energia, recuperação e força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Apresentado como orientação, nunca como previsão garantida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Privado: só se vê com o login da própria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caso de gravidez, mostra o trimestre em vez das fases do ciclo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Identidade visual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Feminina, divertida e aesthetic: o contrário das apps de fitness técnicas e intimidantes.</a:t>
            </a:r>
            <a:endParaRPr lang="en-US" sz="1800" dirty="0"/>
          </a:p>
        </p:txBody>
      </p:sp>
      <p:sp>
        <p:nvSpPr>
          <p:cNvPr id="7" name="Amostra de cor"/>
          <p:cNvSpPr/>
          <p:nvPr/>
        </p:nvSpPr>
        <p:spPr>
          <a:xfrm>
            <a:off x="777240" y="2468880"/>
            <a:ext cx="1371600" cy="1371600"/>
          </a:xfrm>
          <a:prstGeom prst="ellipse">
            <a:avLst/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</a:t>
            </a:r>
            <a:endParaRPr lang="en-US" sz="1200" dirty="0"/>
          </a:p>
        </p:txBody>
      </p:sp>
      <p:sp>
        <p:nvSpPr>
          <p:cNvPr id="9" name="Amostra de cor"/>
          <p:cNvSpPr/>
          <p:nvPr/>
        </p:nvSpPr>
        <p:spPr>
          <a:xfrm>
            <a:off x="2606040" y="2468880"/>
            <a:ext cx="1371600" cy="1371600"/>
          </a:xfrm>
          <a:prstGeom prst="ellipse">
            <a:avLst/>
          </a:prstGeom>
          <a:solidFill>
            <a:srgbClr val="D95F8D"/>
          </a:solidFill>
          <a:ln w="12700">
            <a:solidFill>
              <a:srgbClr val="D95F8D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 forte</a:t>
            </a:r>
            <a:endParaRPr lang="en-US" sz="1200" dirty="0"/>
          </a:p>
        </p:txBody>
      </p:sp>
      <p:sp>
        <p:nvSpPr>
          <p:cNvPr id="11" name="Amostra de cor"/>
          <p:cNvSpPr/>
          <p:nvPr/>
        </p:nvSpPr>
        <p:spPr>
          <a:xfrm>
            <a:off x="4434840" y="2468880"/>
            <a:ext cx="1371600" cy="1371600"/>
          </a:xfrm>
          <a:prstGeom prst="ellipse">
            <a:avLst/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Lilás</a:t>
            </a:r>
            <a:endParaRPr lang="en-US" sz="1200" dirty="0"/>
          </a:p>
        </p:txBody>
      </p:sp>
      <p:sp>
        <p:nvSpPr>
          <p:cNvPr id="13" name="Amostra de cor"/>
          <p:cNvSpPr/>
          <p:nvPr/>
        </p:nvSpPr>
        <p:spPr>
          <a:xfrm>
            <a:off x="6263640" y="2468880"/>
            <a:ext cx="1371600" cy="1371600"/>
          </a:xfrm>
          <a:prstGeom prst="ellipse">
            <a:avLst/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Pêssego</a:t>
            </a:r>
            <a:endParaRPr lang="en-US" sz="1200" dirty="0"/>
          </a:p>
        </p:txBody>
      </p:sp>
      <p:sp>
        <p:nvSpPr>
          <p:cNvPr id="15" name="Amostra de cor"/>
          <p:cNvSpPr/>
          <p:nvPr/>
        </p:nvSpPr>
        <p:spPr>
          <a:xfrm>
            <a:off x="8092440" y="2468880"/>
            <a:ext cx="1371600" cy="1371600"/>
          </a:xfrm>
          <a:prstGeom prst="ellipse">
            <a:avLst/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Menta</a:t>
            </a:r>
            <a:endParaRPr lang="en-US" sz="1200" dirty="0"/>
          </a:p>
        </p:txBody>
      </p:sp>
      <p:sp>
        <p:nvSpPr>
          <p:cNvPr id="17" name="Amostra de cor"/>
          <p:cNvSpPr/>
          <p:nvPr/>
        </p:nvSpPr>
        <p:spPr>
          <a:xfrm>
            <a:off x="9921240" y="2468880"/>
            <a:ext cx="1371600" cy="1371600"/>
          </a:xfrm>
          <a:prstGeom prst="ellipse">
            <a:avLst/>
          </a:prstGeom>
          <a:solidFill>
            <a:srgbClr val="3D1F4A"/>
          </a:solidFill>
          <a:ln w="12700">
            <a:solidFill>
              <a:srgbClr val="3D1F4A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Ameixa</a:t>
            </a:r>
            <a:endParaRPr lang="en-US" sz="1200" dirty="0"/>
          </a:p>
        </p:txBody>
      </p:sp>
      <p:sp>
        <p:nvSpPr>
          <p:cNvPr id="19" name="Tipografia"/>
          <p:cNvSpPr/>
          <p:nvPr/>
        </p:nvSpPr>
        <p:spPr>
          <a:xfrm>
            <a:off x="640080" y="4663440"/>
            <a:ext cx="1069848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006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5F8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48463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Poppins, uma tipografia arredondada e amigável. Com elementos visuais e sonoros que dão vontade de abrir a app.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de UX e porquê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Decisão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Porquê</a:t>
            </a:r>
            <a:endParaRPr lang="en-US" sz="1200" dirty="0"/>
          </a:p>
        </p:txBody>
      </p:sp>
      <p:sp>
        <p:nvSpPr>
          <p:cNvPr id="8" name="Linha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29412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78308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só app, com o treino de cada pessoa isolado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78308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vê o treino das outras e há só uma app para manter</a:t>
            </a:r>
            <a:endParaRPr lang="en-US" sz="1400" dirty="0"/>
          </a:p>
        </p:txBody>
      </p:sp>
      <p:sp>
        <p:nvSpPr>
          <p:cNvPr id="11" name="Linha"/>
          <p:cNvSpPr/>
          <p:nvPr/>
        </p:nvSpPr>
        <p:spPr>
          <a:xfrm>
            <a:off x="640080" y="2496312"/>
            <a:ext cx="10881360" cy="621792"/>
          </a:xfrm>
          <a:prstGeom prst="roundRect">
            <a:avLst>
              <a:gd name="adj" fmla="val 29412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249631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Sessão que se mantém aberta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49631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Pedir a palavra-passe sempre que se abre no ginásio irrita</a:t>
            </a:r>
            <a:endParaRPr lang="en-US" sz="1400" dirty="0"/>
          </a:p>
        </p:txBody>
      </p:sp>
      <p:sp>
        <p:nvSpPr>
          <p:cNvPr id="14" name="Linha"/>
          <p:cNvSpPr/>
          <p:nvPr/>
        </p:nvSpPr>
        <p:spPr>
          <a:xfrm>
            <a:off x="640080" y="3209544"/>
            <a:ext cx="10881360" cy="621792"/>
          </a:xfrm>
          <a:prstGeom prst="roundRect">
            <a:avLst>
              <a:gd name="adj" fmla="val 29412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320954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Donut: cada exercício conta uma vez por dia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20954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tem de bater com o que a utilizadora fez</a:t>
            </a:r>
            <a:endParaRPr lang="en-US" sz="1400" dirty="0"/>
          </a:p>
        </p:txBody>
      </p:sp>
      <p:sp>
        <p:nvSpPr>
          <p:cNvPr id="17" name="Linha"/>
          <p:cNvSpPr/>
          <p:nvPr/>
        </p:nvSpPr>
        <p:spPr>
          <a:xfrm>
            <a:off x="640080" y="3922776"/>
            <a:ext cx="10881360" cy="621792"/>
          </a:xfrm>
          <a:prstGeom prst="roundRect">
            <a:avLst>
              <a:gd name="adj" fmla="val 29412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392277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Donut sem número no centro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92277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ruído, o gráfico já diz o essencial</a:t>
            </a:r>
            <a:endParaRPr lang="en-US" sz="1400" dirty="0"/>
          </a:p>
        </p:txBody>
      </p:sp>
      <p:sp>
        <p:nvSpPr>
          <p:cNvPr id="20" name="Linha"/>
          <p:cNvSpPr/>
          <p:nvPr/>
        </p:nvSpPr>
        <p:spPr>
          <a:xfrm>
            <a:off x="640080" y="4636008"/>
            <a:ext cx="10881360" cy="621792"/>
          </a:xfrm>
          <a:prstGeom prst="roundRect">
            <a:avLst>
              <a:gd name="adj" fmla="val 29412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4636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como última aba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63600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dados pessoais são secundários ao treino</a:t>
            </a:r>
            <a:endParaRPr lang="en-US" sz="1400" dirty="0"/>
          </a:p>
        </p:txBody>
      </p:sp>
      <p:sp>
        <p:nvSpPr>
          <p:cNvPr id="23" name="Linha"/>
          <p:cNvSpPr/>
          <p:nvPr/>
        </p:nvSpPr>
        <p:spPr>
          <a:xfrm>
            <a:off x="640080" y="5349240"/>
            <a:ext cx="10881360" cy="621792"/>
          </a:xfrm>
          <a:prstGeom prst="roundRect">
            <a:avLst>
              <a:gd name="adj" fmla="val 29412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534924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 simpático e bem-humorado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3492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 leveza a algo que pode ser culpabilizante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meu papel e a 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Eu"/>
          <p:cNvSpPr/>
          <p:nvPr/>
        </p:nvSpPr>
        <p:spPr>
          <a:xfrm>
            <a:off x="640080" y="1463040"/>
            <a:ext cx="5486400" cy="4480560"/>
          </a:xfrm>
          <a:prstGeom prst="roundRect">
            <a:avLst>
              <a:gd name="adj" fmla="val 4082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fiz eu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Identifiquei o problema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 objetivos, funcionalidades e informação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Tomei as decisões de UX, conteúdo e tom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Testei no telemóvel e rejeitei ideias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Recolhi feedback e geri o projeto</a:t>
            </a:r>
            <a:endParaRPr lang="en-US" sz="1500" dirty="0"/>
          </a:p>
        </p:txBody>
      </p:sp>
      <p:sp>
        <p:nvSpPr>
          <p:cNvPr id="9" name="IA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fez a IA (Claude Code)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Escreveu e testou o código e a base de dados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Propôs soluções quando lhe pedi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 escolhi e corrigi o rumo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dizem as utilizadoras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stemunho"/>
          <p:cNvSpPr/>
          <p:nvPr/>
        </p:nvSpPr>
        <p:spPr>
          <a:xfrm>
            <a:off x="640080" y="146304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mudou a minha forma de ver o ginásio, agora já não é um bicho de 7 cabeças!</a:t>
            </a:r>
            <a:endParaRPr lang="en-US" sz="1400" dirty="0"/>
          </a:p>
        </p:txBody>
      </p:sp>
      <p:sp>
        <p:nvSpPr>
          <p:cNvPr id="7" name="Testemunho"/>
          <p:cNvSpPr/>
          <p:nvPr/>
        </p:nvSpPr>
        <p:spPr>
          <a:xfrm>
            <a:off x="6126480" y="146304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03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quase que só tenho que me preocupar em executar bem os exercícios... sei o que fazer todos os dias e com facilidade.</a:t>
            </a:r>
            <a:endParaRPr lang="en-US" sz="1400" dirty="0"/>
          </a:p>
        </p:txBody>
      </p:sp>
      <p:sp>
        <p:nvSpPr>
          <p:cNvPr id="10" name="Testemunho"/>
          <p:cNvSpPr/>
          <p:nvPr/>
        </p:nvSpPr>
        <p:spPr>
          <a:xfrm>
            <a:off x="640080" y="384048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80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Sinto-me mais motivada para ir ao ginásio com uma app tão bonita!</a:t>
            </a:r>
            <a:endParaRPr lang="en-US" sz="1400" dirty="0"/>
          </a:p>
        </p:txBody>
      </p:sp>
      <p:sp>
        <p:nvSpPr>
          <p:cNvPr id="13" name="Testemunho"/>
          <p:cNvSpPr/>
          <p:nvPr/>
        </p:nvSpPr>
        <p:spPr>
          <a:xfrm>
            <a:off x="6126480" y="384048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5508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480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life changer!!!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C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Testemunhos reais de utilizadoras, com a ortografia corrigida.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iniciais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Resultado"/>
          <p:cNvSpPr/>
          <p:nvPr/>
        </p:nvSpPr>
        <p:spPr>
          <a:xfrm>
            <a:off x="640080" y="1554480"/>
            <a:ext cx="2468880" cy="3291840"/>
          </a:xfrm>
          <a:prstGeom prst="roundRect">
            <a:avLst>
              <a:gd name="adj" fmla="val 7407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7" name="Círculo"/>
          <p:cNvSpPr/>
          <p:nvPr/>
        </p:nvSpPr>
        <p:spPr>
          <a:xfrm>
            <a:off x="155448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Organização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treinos já estão planeados.</a:t>
            </a:r>
            <a:endParaRPr lang="en-US" sz="1400" dirty="0"/>
          </a:p>
        </p:txBody>
      </p:sp>
      <p:sp>
        <p:nvSpPr>
          <p:cNvPr id="11" name="Resultado"/>
          <p:cNvSpPr/>
          <p:nvPr/>
        </p:nvSpPr>
        <p:spPr>
          <a:xfrm>
            <a:off x="3383280" y="1554480"/>
            <a:ext cx="2468880" cy="3291840"/>
          </a:xfrm>
          <a:prstGeom prst="roundRect">
            <a:avLst>
              <a:gd name="adj" fmla="val 7407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2" name="Círculo"/>
          <p:cNvSpPr/>
          <p:nvPr/>
        </p:nvSpPr>
        <p:spPr>
          <a:xfrm>
            <a:off x="429768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Eficiência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Sabem qual é o exercício seguinte e que carga usar.</a:t>
            </a:r>
            <a:endParaRPr lang="en-US" sz="1400" dirty="0"/>
          </a:p>
        </p:txBody>
      </p:sp>
      <p:sp>
        <p:nvSpPr>
          <p:cNvPr id="16" name="Resultado"/>
          <p:cNvSpPr/>
          <p:nvPr/>
        </p:nvSpPr>
        <p:spPr>
          <a:xfrm>
            <a:off x="6126480" y="1554480"/>
            <a:ext cx="2468880" cy="3291840"/>
          </a:xfrm>
          <a:prstGeom prst="roundRect">
            <a:avLst>
              <a:gd name="adj" fmla="val 7407"/>
            </a:avLst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7" name="Círculo"/>
          <p:cNvSpPr/>
          <p:nvPr/>
        </p:nvSpPr>
        <p:spPr>
          <a:xfrm>
            <a:off x="704088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Motivação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Progresso ajuda a treinar com mais propósito.</a:t>
            </a:r>
            <a:endParaRPr lang="en-US" sz="1400" dirty="0"/>
          </a:p>
        </p:txBody>
      </p:sp>
      <p:sp>
        <p:nvSpPr>
          <p:cNvPr id="21" name="Resultado"/>
          <p:cNvSpPr/>
          <p:nvPr/>
        </p:nvSpPr>
        <p:spPr>
          <a:xfrm>
            <a:off x="8869680" y="1554480"/>
            <a:ext cx="2468880" cy="3291840"/>
          </a:xfrm>
          <a:prstGeom prst="roundRect">
            <a:avLst>
              <a:gd name="adj" fmla="val 7407"/>
            </a:avLst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22" name="Círculo"/>
          <p:cNvSpPr/>
          <p:nvPr/>
        </p:nvSpPr>
        <p:spPr>
          <a:xfrm>
            <a:off x="978408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84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Experiência visual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estética foi referida como fator positivo.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qualitativos de cinco utilizadoras. Não são um estudo formal nem prova de que a app serve a todas.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ção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D9CFF0">
              <a:alpha val="45000"/>
            </a:srgbClr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3" name="Decoração"/>
          <p:cNvSpPr/>
          <p:nvPr/>
        </p:nvSpPr>
        <p:spPr>
          <a:xfrm>
            <a:off x="-914400" y="5760720"/>
            <a:ext cx="2377440" cy="2377440"/>
          </a:xfrm>
          <a:prstGeom prst="ellipse">
            <a:avLst/>
          </a:prstGeom>
          <a:solidFill>
            <a:srgbClr val="F2A9C4">
              <a:alpha val="35000"/>
            </a:srgbClr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correu mal e o que aprendi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Aprendizagem"/>
          <p:cNvSpPr/>
          <p:nvPr/>
        </p:nvSpPr>
        <p:spPr>
          <a:xfrm>
            <a:off x="640080" y="1463040"/>
            <a:ext cx="5212080" cy="2011680"/>
          </a:xfrm>
          <a:prstGeom prst="roundRect">
            <a:avLst>
              <a:gd name="adj" fmla="val 9091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645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Desenhos doodle em cada exercício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gostei do resultado e retirámos tudo. Valido o estilo com amostras antes de produzir.</a:t>
            </a:r>
            <a:endParaRPr lang="en-US" sz="1400" dirty="0"/>
          </a:p>
        </p:txBody>
      </p:sp>
      <p:sp>
        <p:nvSpPr>
          <p:cNvPr id="9" name="Aprendizagem"/>
          <p:cNvSpPr/>
          <p:nvPr/>
        </p:nvSpPr>
        <p:spPr>
          <a:xfrm>
            <a:off x="6126480" y="1463040"/>
            <a:ext cx="5212080" cy="2011680"/>
          </a:xfrm>
          <a:prstGeom prst="roundRect">
            <a:avLst>
              <a:gd name="adj" fmla="val 9091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contagem do donut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Contava 3 exercícios onde eram 2. O número tem de bater com a realidade de quem o lê.</a:t>
            </a:r>
            <a:endParaRPr lang="en-US" sz="1400" dirty="0"/>
          </a:p>
        </p:txBody>
      </p:sp>
      <p:sp>
        <p:nvSpPr>
          <p:cNvPr id="12" name="Aprendizagem"/>
          <p:cNvSpPr/>
          <p:nvPr/>
        </p:nvSpPr>
        <p:spPr>
          <a:xfrm>
            <a:off x="640080" y="3749040"/>
            <a:ext cx="5212080" cy="2011680"/>
          </a:xfrm>
          <a:prstGeom prst="roundRect">
            <a:avLst>
              <a:gd name="adj" fmla="val 9091"/>
            </a:avLst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Funcionalidades que não servem o objetivo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26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do Sono saiu para dar lugar ao Perfil. Questiono o que cada ideia acrescenta.</a:t>
            </a:r>
            <a:endParaRPr lang="en-US" sz="1400" dirty="0"/>
          </a:p>
        </p:txBody>
      </p:sp>
      <p:sp>
        <p:nvSpPr>
          <p:cNvPr id="15" name="Aprendizagem"/>
          <p:cNvSpPr/>
          <p:nvPr/>
        </p:nvSpPr>
        <p:spPr>
          <a:xfrm>
            <a:off x="6126480" y="3749040"/>
            <a:ext cx="5212080" cy="2011680"/>
          </a:xfrm>
          <a:prstGeom prst="roundRect">
            <a:avLst>
              <a:gd name="adj" fmla="val 9091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7A5C8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Autonomia das utilizadoras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526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Ainda dependem de mim para configurar planos. É a próxima evolução.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Círculo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554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utilizadora configura o perfil e personaliza o treino sozinha</a:t>
            </a:r>
            <a:endParaRPr lang="en-US" sz="1800" dirty="0"/>
          </a:p>
        </p:txBody>
      </p:sp>
      <p:sp>
        <p:nvSpPr>
          <p:cNvPr id="7" name="Círculo"/>
          <p:cNvSpPr/>
          <p:nvPr/>
        </p:nvSpPr>
        <p:spPr>
          <a:xfrm>
            <a:off x="822960" y="2606040"/>
            <a:ext cx="731520" cy="731520"/>
          </a:xfrm>
          <a:prstGeom prst="ellipse">
            <a:avLst/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606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Testar a usabilidade com 3 a 5 pessoas fora do grupo</a:t>
            </a:r>
            <a:endParaRPr lang="en-US" sz="1800" dirty="0"/>
          </a:p>
        </p:txBody>
      </p:sp>
      <p:sp>
        <p:nvSpPr>
          <p:cNvPr id="10" name="Círculo"/>
          <p:cNvSpPr/>
          <p:nvPr/>
        </p:nvSpPr>
        <p:spPr>
          <a:xfrm>
            <a:off x="822960" y="3657600"/>
            <a:ext cx="731520" cy="731520"/>
          </a:xfrm>
          <a:prstGeom prst="ellipse">
            <a:avLst/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657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 a acessibilidade: contraste, tamanhos de texto e leitores de ecrã</a:t>
            </a:r>
            <a:endParaRPr lang="en-US" sz="1800" dirty="0"/>
          </a:p>
        </p:txBody>
      </p:sp>
      <p:sp>
        <p:nvSpPr>
          <p:cNvPr id="13" name="Círculo"/>
          <p:cNvSpPr/>
          <p:nvPr/>
        </p:nvSpPr>
        <p:spPr>
          <a:xfrm>
            <a:off x="822960" y="4709160"/>
            <a:ext cx="731520" cy="731520"/>
          </a:xfrm>
          <a:prstGeom prst="ellipse">
            <a:avLst/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F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709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Ecrãs de erro mais claros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Obrigada! [O teu contacto]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NIJB: estudo de caso</dc:title>
  <dc:subject>PptxGenJS Presentation</dc:subject>
  <dc:creator>PptxGenJS</dc:creator>
  <cp:lastModifiedBy>PptxGenJS</cp:lastModifiedBy>
  <cp:revision>1</cp:revision>
  <dcterms:created xsi:type="dcterms:W3CDTF">2026-10-27T23:32:03Z</dcterms:created>
  <dcterms:modified xsi:type="dcterms:W3CDTF">2026-10-27T23:32:03Z</dcterms:modified>
</cp:coreProperties>
</file>